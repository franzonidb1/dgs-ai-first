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763695" cy="10705795"/>
  <p:notesSz cx="10705795" cy="16763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763695" cy="10705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2026-06-02T19:01:28Z</dcterms:created>
  <dcterms:modified xsi:type="dcterms:W3CDTF">2026-06-02T19:01:28Z</dcterms:modified>
</cp:coreProperties>
</file>